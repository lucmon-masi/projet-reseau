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4" r:id="rId4"/>
    <p:sldId id="261" r:id="rId5"/>
    <p:sldId id="266" r:id="rId6"/>
    <p:sldId id="267" r:id="rId7"/>
    <p:sldId id="268" r:id="rId8"/>
    <p:sldId id="269" r:id="rId9"/>
    <p:sldId id="270" r:id="rId10"/>
    <p:sldId id="271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2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556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re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Orange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CercleHaut"/>
          <p:cNvSpPr/>
          <p:nvPr/>
        </p:nvSpPr>
        <p:spPr>
          <a:xfrm>
            <a:off x="6675120" y="-1188720"/>
            <a:ext cx="3657600" cy="3657600"/>
          </a:xfrm>
          <a:prstGeom prst="ellipse">
            <a:avLst/>
          </a:prstGeom>
          <a:solidFill>
            <a:srgbClr val="1E5276">
              <a:alpha val="35000"/>
            </a:srgbClr>
          </a:solidFill>
          <a:ln w="12700">
            <a:solidFill>
              <a:srgbClr val="1E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CercleBas"/>
          <p:cNvSpPr/>
          <p:nvPr/>
        </p:nvSpPr>
        <p:spPr>
          <a:xfrm>
            <a:off x="7498080" y="3108960"/>
            <a:ext cx="2560320" cy="2560320"/>
          </a:xfrm>
          <a:prstGeom prst="ellipse">
            <a:avLst/>
          </a:prstGeom>
          <a:solidFill>
            <a:srgbClr val="1E5276">
              <a:alpha val="30000"/>
            </a:srgbClr>
          </a:solidFill>
          <a:ln w="12700">
            <a:solidFill>
              <a:srgbClr val="1E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BadgeFond"/>
          <p:cNvSpPr/>
          <p:nvPr/>
        </p:nvSpPr>
        <p:spPr>
          <a:xfrm>
            <a:off x="3331639" y="1069848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BadgeTexte"/>
          <p:cNvSpPr/>
          <p:nvPr/>
        </p:nvSpPr>
        <p:spPr>
          <a:xfrm>
            <a:off x="3331639" y="10881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dirty="0">
                <a:solidFill>
                  <a:srgbClr val="FFFFFF"/>
                </a:solidFill>
              </a:rPr>
              <a:t>ÉTIQUETTE / ÉVÉNEMENT</a:t>
            </a:r>
          </a:p>
        </p:txBody>
      </p:sp>
      <p:sp>
        <p:nvSpPr>
          <p:cNvPr id="7" name="SousTitre"/>
          <p:cNvSpPr/>
          <p:nvPr/>
        </p:nvSpPr>
        <p:spPr>
          <a:xfrm>
            <a:off x="457200" y="1500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dirty="0">
                <a:solidFill>
                  <a:srgbClr val="CADCFC"/>
                </a:solidFill>
                <a:latin typeface="Calibri" pitchFamily="34" charset="0"/>
              </a:rPr>
              <a:t>Sous-titre ou contexte</a:t>
            </a:r>
          </a:p>
        </p:txBody>
      </p:sp>
      <p:sp>
        <p:nvSpPr>
          <p:cNvPr id="8" name="TitrePrincipal"/>
          <p:cNvSpPr/>
          <p:nvPr/>
        </p:nvSpPr>
        <p:spPr>
          <a:xfrm>
            <a:off x="457200" y="2050000"/>
            <a:ext cx="7772400" cy="1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5200" b="1" dirty="0">
                <a:solidFill>
                  <a:srgbClr val="FFFFFF"/>
                </a:solidFill>
                <a:latin typeface="Calibri Light" pitchFamily="34" charset="0"/>
              </a:rPr>
              <a:t>Titre de la présentation</a:t>
            </a:r>
          </a:p>
        </p:txBody>
      </p:sp>
      <p:sp>
        <p:nvSpPr>
          <p:cNvPr id="10" name="Auteurs"/>
          <p:cNvSpPr/>
          <p:nvPr/>
        </p:nvSpPr>
        <p:spPr>
          <a:xfrm>
            <a:off x="457200" y="468172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7FA8C9"/>
                </a:solidFill>
              </a:rPr>
              <a:t>Prénom NOM                    Prénom NOM – Prénom NOM</a:t>
            </a:r>
          </a:p>
        </p:txBody>
      </p:sp>
      <p:sp>
        <p:nvSpPr>
          <p:cNvPr id="13" name="InfoBas"/>
          <p:cNvSpPr/>
          <p:nvPr/>
        </p:nvSpPr>
        <p:spPr>
          <a:xfrm>
            <a:off x="54864" y="3639312"/>
            <a:ext cx="9034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dirty="0">
                <a:solidFill>
                  <a:srgbClr val="7FA8C9"/>
                </a:solidFill>
              </a:rPr>
              <a:t>Cours / Filière  |  Mois Année</a:t>
            </a:r>
          </a:p>
        </p:txBody>
      </p:sp>
      <p:sp>
        <p:nvSpPr>
          <p:cNvPr id="11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A3A5C"/>
                </a:solidFill>
              </a:rPr>
              <a:t>N / 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nu 3 colon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Haut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Accent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Slid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3000" b="1" dirty="0">
                <a:solidFill>
                  <a:srgbClr val="1A3A5C"/>
                </a:solidFill>
                <a:latin typeface="Calibri" pitchFamily="34" charset="0"/>
              </a:rPr>
              <a:t>Titre de la slide</a:t>
            </a:r>
            <a:r>
              <a:rPr lang="fr-FR" sz="3000" b="0" dirty="0">
                <a:solidFill>
                  <a:srgbClr val="D4880A"/>
                </a:solidFill>
                <a:latin typeface="Calibri" pitchFamily="34" charset="0"/>
              </a:rPr>
              <a:t>  |  Sous-titre</a:t>
            </a:r>
          </a:p>
        </p:txBody>
      </p:sp>
      <p:sp>
        <p:nvSpPr>
          <p:cNvPr id="5" name="Carte1Fond"/>
          <p:cNvSpPr/>
          <p:nvPr/>
        </p:nvSpPr>
        <p:spPr>
          <a:xfrm>
            <a:off x="320040" y="960120"/>
            <a:ext cx="27432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Carte1Barre"/>
          <p:cNvSpPr/>
          <p:nvPr/>
        </p:nvSpPr>
        <p:spPr>
          <a:xfrm>
            <a:off x="320040" y="960120"/>
            <a:ext cx="27432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Carte1Cercle"/>
          <p:cNvSpPr/>
          <p:nvPr/>
        </p:nvSpPr>
        <p:spPr>
          <a:xfrm>
            <a:off x="457200" y="1078992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Carte1Num"/>
          <p:cNvSpPr/>
          <p:nvPr/>
        </p:nvSpPr>
        <p:spPr>
          <a:xfrm>
            <a:off x="45720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Carte1Titre"/>
          <p:cNvSpPr/>
          <p:nvPr/>
        </p:nvSpPr>
        <p:spPr>
          <a:xfrm>
            <a:off x="886968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400" b="1" dirty="0">
                <a:solidFill>
                  <a:srgbClr val="1A3A5C"/>
                </a:solidFill>
                <a:latin typeface="Calibri" pitchFamily="34" charset="0"/>
              </a:rPr>
              <a:t>Titre carte 1</a:t>
            </a:r>
          </a:p>
        </p:txBody>
      </p:sp>
      <p:sp>
        <p:nvSpPr>
          <p:cNvPr id="10" name="Carte1Corps"/>
          <p:cNvSpPr/>
          <p:nvPr/>
        </p:nvSpPr>
        <p:spPr>
          <a:xfrm>
            <a:off x="457200" y="1572768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1200" dirty="0">
                <a:solidFill>
                  <a:srgbClr val="1C2833"/>
                </a:solidFill>
                <a:latin typeface="Calibri" pitchFamily="34" charset="0"/>
              </a:rPr>
              <a:t>Description de la carte 1. Remplacez ce texte par votre contenu.</a:t>
            </a:r>
          </a:p>
        </p:txBody>
      </p:sp>
      <p:sp>
        <p:nvSpPr>
          <p:cNvPr id="11" name="Carte2Fond"/>
          <p:cNvSpPr/>
          <p:nvPr/>
        </p:nvSpPr>
        <p:spPr>
          <a:xfrm>
            <a:off x="3246120" y="960120"/>
            <a:ext cx="27432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Carte2Barre"/>
          <p:cNvSpPr/>
          <p:nvPr/>
        </p:nvSpPr>
        <p:spPr>
          <a:xfrm>
            <a:off x="3246120" y="960120"/>
            <a:ext cx="27432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Carte2Cercle"/>
          <p:cNvSpPr/>
          <p:nvPr/>
        </p:nvSpPr>
        <p:spPr>
          <a:xfrm>
            <a:off x="3383280" y="1078992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Carte2Num"/>
          <p:cNvSpPr/>
          <p:nvPr/>
        </p:nvSpPr>
        <p:spPr>
          <a:xfrm>
            <a:off x="338328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Carte2Titre"/>
          <p:cNvSpPr/>
          <p:nvPr/>
        </p:nvSpPr>
        <p:spPr>
          <a:xfrm>
            <a:off x="3813048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400" b="1" dirty="0">
                <a:solidFill>
                  <a:srgbClr val="1A3A5C"/>
                </a:solidFill>
                <a:latin typeface="Calibri" pitchFamily="34" charset="0"/>
              </a:rPr>
              <a:t>Titre carte 2</a:t>
            </a:r>
          </a:p>
        </p:txBody>
      </p:sp>
      <p:sp>
        <p:nvSpPr>
          <p:cNvPr id="16" name="Carte2Corps"/>
          <p:cNvSpPr/>
          <p:nvPr/>
        </p:nvSpPr>
        <p:spPr>
          <a:xfrm>
            <a:off x="3383280" y="1572768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1200" dirty="0">
                <a:solidFill>
                  <a:srgbClr val="1C2833"/>
                </a:solidFill>
                <a:latin typeface="Calibri" pitchFamily="34" charset="0"/>
              </a:rPr>
              <a:t>Description de la carte 2. Remplacez ce texte par votre contenu.</a:t>
            </a:r>
          </a:p>
        </p:txBody>
      </p:sp>
      <p:sp>
        <p:nvSpPr>
          <p:cNvPr id="17" name="Carte3Fond"/>
          <p:cNvSpPr/>
          <p:nvPr/>
        </p:nvSpPr>
        <p:spPr>
          <a:xfrm>
            <a:off x="6172200" y="960120"/>
            <a:ext cx="27432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Carte3Barre"/>
          <p:cNvSpPr/>
          <p:nvPr/>
        </p:nvSpPr>
        <p:spPr>
          <a:xfrm>
            <a:off x="6172200" y="960120"/>
            <a:ext cx="27432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Carte3Cercle"/>
          <p:cNvSpPr/>
          <p:nvPr/>
        </p:nvSpPr>
        <p:spPr>
          <a:xfrm>
            <a:off x="6309360" y="1078992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Carte3Num"/>
          <p:cNvSpPr/>
          <p:nvPr/>
        </p:nvSpPr>
        <p:spPr>
          <a:xfrm>
            <a:off x="630936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Carte3Titre"/>
          <p:cNvSpPr/>
          <p:nvPr/>
        </p:nvSpPr>
        <p:spPr>
          <a:xfrm>
            <a:off x="6739128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400" b="1" dirty="0">
                <a:solidFill>
                  <a:srgbClr val="1A3A5C"/>
                </a:solidFill>
                <a:latin typeface="Calibri" pitchFamily="34" charset="0"/>
              </a:rPr>
              <a:t>Titre carte 3</a:t>
            </a:r>
          </a:p>
        </p:txBody>
      </p:sp>
      <p:sp>
        <p:nvSpPr>
          <p:cNvPr id="22" name="Carte3Corps"/>
          <p:cNvSpPr/>
          <p:nvPr/>
        </p:nvSpPr>
        <p:spPr>
          <a:xfrm>
            <a:off x="6309360" y="1572768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1200" dirty="0">
                <a:solidFill>
                  <a:srgbClr val="1C2833"/>
                </a:solidFill>
                <a:latin typeface="Calibri" pitchFamily="34" charset="0"/>
              </a:rPr>
              <a:t>Description de la carte 3. Remplacez ce texte par votre contenu.</a:t>
            </a:r>
          </a:p>
        </p:txBody>
      </p:sp>
      <p:sp>
        <p:nvSpPr>
          <p:cNvPr id="23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</a:rPr>
              <a:t>N / 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nu lis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Haut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Accent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Slid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3000" b="1" dirty="0">
                <a:solidFill>
                  <a:srgbClr val="1A3A5C"/>
                </a:solidFill>
                <a:latin typeface="Calibri" pitchFamily="34" charset="0"/>
              </a:rPr>
              <a:t>Titre de la slide</a:t>
            </a:r>
            <a:r>
              <a:rPr lang="fr-FR" sz="3000" b="0" dirty="0">
                <a:solidFill>
                  <a:srgbClr val="D4880A"/>
                </a:solidFill>
                <a:latin typeface="Calibri" pitchFamily="34" charset="0"/>
              </a:rPr>
              <a:t>  |  Sous-titre</a:t>
            </a:r>
          </a:p>
        </p:txBody>
      </p:sp>
      <p:sp>
        <p:nvSpPr>
          <p:cNvPr id="5" name="ListeGauche"/>
          <p:cNvSpPr/>
          <p:nvPr/>
        </p:nvSpPr>
        <p:spPr>
          <a:xfrm>
            <a:off x="457200" y="96012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1400" b="1" dirty="0">
                <a:solidFill>
                  <a:srgbClr val="1A3A5C"/>
                </a:solidFill>
                <a:latin typeface="Calibri" pitchFamily="34" charset="0"/>
              </a:rPr>
              <a:t>Étapes / Points clés</a:t>
            </a:r>
          </a:p>
          <a:p>
            <a:pPr marL="0" indent="0">
              <a:buNone/>
            </a:pPr>
            <a:endParaRPr lang="fr-FR" sz="1400" b="1" dirty="0">
              <a:solidFill>
                <a:srgbClr val="1A3A5C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fr-FR" sz="1250" b="1" dirty="0">
                <a:solidFill>
                  <a:srgbClr val="2E86C1"/>
                </a:solidFill>
                <a:latin typeface="Calibri" pitchFamily="34" charset="0"/>
              </a:rPr>
              <a:t>1. </a:t>
            </a:r>
            <a:r>
              <a:rPr lang="fr-FR" sz="1250" dirty="0">
                <a:solidFill>
                  <a:srgbClr val="1C2833"/>
                </a:solidFill>
                <a:latin typeface="Calibri" pitchFamily="34" charset="0"/>
              </a:rPr>
              <a:t>Premier point à renseigner.</a:t>
            </a:r>
          </a:p>
          <a:p>
            <a:pPr marL="0" indent="0">
              <a:buNone/>
            </a:pPr>
            <a:r>
              <a:rPr lang="fr-FR" sz="1250" b="1" dirty="0">
                <a:solidFill>
                  <a:srgbClr val="2E86C1"/>
                </a:solidFill>
                <a:latin typeface="Calibri" pitchFamily="34" charset="0"/>
              </a:rPr>
              <a:t>2. </a:t>
            </a:r>
            <a:r>
              <a:rPr lang="fr-FR" sz="1250" dirty="0">
                <a:solidFill>
                  <a:srgbClr val="1C2833"/>
                </a:solidFill>
                <a:latin typeface="Calibri" pitchFamily="34" charset="0"/>
              </a:rPr>
              <a:t>Deuxième point à renseigner.</a:t>
            </a:r>
          </a:p>
          <a:p>
            <a:pPr marL="0" indent="0">
              <a:buNone/>
            </a:pPr>
            <a:r>
              <a:rPr lang="fr-FR" sz="1250" b="1" dirty="0">
                <a:solidFill>
                  <a:srgbClr val="2E86C1"/>
                </a:solidFill>
                <a:latin typeface="Calibri" pitchFamily="34" charset="0"/>
              </a:rPr>
              <a:t>3. </a:t>
            </a:r>
            <a:r>
              <a:rPr lang="fr-FR" sz="1250" dirty="0">
                <a:solidFill>
                  <a:srgbClr val="1C2833"/>
                </a:solidFill>
                <a:latin typeface="Calibri" pitchFamily="34" charset="0"/>
              </a:rPr>
              <a:t>Troisième point à renseigner.</a:t>
            </a:r>
          </a:p>
          <a:p>
            <a:pPr marL="0" indent="0">
              <a:buNone/>
            </a:pPr>
            <a:r>
              <a:rPr lang="fr-FR" sz="1250" b="1" dirty="0">
                <a:solidFill>
                  <a:srgbClr val="2E86C1"/>
                </a:solidFill>
                <a:latin typeface="Calibri" pitchFamily="34" charset="0"/>
              </a:rPr>
              <a:t>4. </a:t>
            </a:r>
            <a:r>
              <a:rPr lang="fr-FR" sz="1250" dirty="0">
                <a:solidFill>
                  <a:srgbClr val="1C2833"/>
                </a:solidFill>
                <a:latin typeface="Calibri" pitchFamily="34" charset="0"/>
              </a:rPr>
              <a:t>Quatrième point à renseigner.</a:t>
            </a:r>
          </a:p>
          <a:p>
            <a:pPr marL="0" indent="0">
              <a:buNone/>
            </a:pPr>
            <a:r>
              <a:rPr lang="fr-FR" sz="1250" b="1" dirty="0">
                <a:solidFill>
                  <a:srgbClr val="2E86C1"/>
                </a:solidFill>
                <a:latin typeface="Calibri" pitchFamily="34" charset="0"/>
              </a:rPr>
              <a:t>5. </a:t>
            </a:r>
            <a:r>
              <a:rPr lang="fr-FR" sz="1250" dirty="0">
                <a:solidFill>
                  <a:srgbClr val="1C2833"/>
                </a:solidFill>
                <a:latin typeface="Calibri" pitchFamily="34" charset="0"/>
              </a:rPr>
              <a:t>Cinquième point à renseigner.</a:t>
            </a:r>
          </a:p>
        </p:txBody>
      </p:sp>
      <p:sp>
        <p:nvSpPr>
          <p:cNvPr id="6" name="RecapDroite"/>
          <p:cNvSpPr/>
          <p:nvPr/>
        </p:nvSpPr>
        <p:spPr>
          <a:xfrm>
            <a:off x="5029200" y="960120"/>
            <a:ext cx="36576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RecapBarre"/>
          <p:cNvSpPr/>
          <p:nvPr/>
        </p:nvSpPr>
        <p:spPr>
          <a:xfrm>
            <a:off x="5029200" y="960120"/>
            <a:ext cx="3657600" cy="54864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apContenu"/>
          <p:cNvSpPr/>
          <p:nvPr/>
        </p:nvSpPr>
        <p:spPr>
          <a:xfrm>
            <a:off x="5166360" y="1097280"/>
            <a:ext cx="3383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1400" b="1" dirty="0">
                <a:solidFill>
                  <a:srgbClr val="1A3A5C"/>
                </a:solidFill>
                <a:latin typeface="Calibri" pitchFamily="34" charset="0"/>
              </a:rPr>
              <a:t>Points clés</a:t>
            </a:r>
          </a:p>
          <a:p>
            <a:pPr marL="0" indent="0">
              <a:buNone/>
            </a:pPr>
            <a:endParaRPr lang="fr-FR" sz="1400" b="1" dirty="0">
              <a:solidFill>
                <a:srgbClr val="1A3A5C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fr-FR" sz="1100" b="1" dirty="0">
                <a:solidFill>
                  <a:srgbClr val="1A3A5C"/>
                </a:solidFill>
                <a:latin typeface="Calibri" pitchFamily="34" charset="0"/>
              </a:rPr>
              <a:t>Clé 1 :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1C2833"/>
                </a:solidFill>
                <a:latin typeface="Calibri" pitchFamily="34" charset="0"/>
              </a:rPr>
              <a:t>Valeur ou description</a:t>
            </a:r>
          </a:p>
          <a:p>
            <a:pPr marL="0" indent="0">
              <a:buNone/>
            </a:pPr>
            <a:endParaRPr lang="fr-FR" sz="1100" dirty="0">
              <a:solidFill>
                <a:srgbClr val="1C2833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fr-FR" sz="1100" b="1" dirty="0">
                <a:solidFill>
                  <a:srgbClr val="1A3A5C"/>
                </a:solidFill>
                <a:latin typeface="Calibri" pitchFamily="34" charset="0"/>
              </a:rPr>
              <a:t>Clé 2 :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1C2833"/>
                </a:solidFill>
                <a:latin typeface="Calibri" pitchFamily="34" charset="0"/>
              </a:rPr>
              <a:t>Valeur ou description</a:t>
            </a:r>
          </a:p>
          <a:p>
            <a:pPr marL="0" indent="0">
              <a:buNone/>
            </a:pPr>
            <a:endParaRPr lang="fr-FR" sz="1100" dirty="0">
              <a:solidFill>
                <a:srgbClr val="1C2833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fr-FR" sz="1100" b="1" dirty="0">
                <a:solidFill>
                  <a:srgbClr val="1A3A5C"/>
                </a:solidFill>
                <a:latin typeface="Calibri" pitchFamily="34" charset="0"/>
              </a:rPr>
              <a:t>Clé 3 :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1C2833"/>
                </a:solidFill>
                <a:latin typeface="Calibri" pitchFamily="34" charset="0"/>
              </a:rPr>
              <a:t>Valeur ou description</a:t>
            </a:r>
          </a:p>
        </p:txBody>
      </p:sp>
      <p:sp>
        <p:nvSpPr>
          <p:cNvPr id="9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</a:rPr>
              <a:t>N / 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estions / Fin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Gauche"/>
          <p:cNvSpPr/>
          <p:nvPr/>
        </p:nvSpPr>
        <p:spPr>
          <a:xfrm>
            <a:off x="-1097280" y="-731520"/>
            <a:ext cx="5029200" cy="5029200"/>
          </a:xfrm>
          <a:prstGeom prst="ellipse">
            <a:avLst/>
          </a:prstGeom>
          <a:solidFill>
            <a:srgbClr val="1E5276">
              <a:alpha val="45000"/>
            </a:srgbClr>
          </a:solidFill>
          <a:ln w="12700">
            <a:solidFill>
              <a:srgbClr val="1E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CercleDroite"/>
          <p:cNvSpPr/>
          <p:nvPr/>
        </p:nvSpPr>
        <p:spPr>
          <a:xfrm>
            <a:off x="6583680" y="2926080"/>
            <a:ext cx="3657600" cy="3657600"/>
          </a:xfrm>
          <a:prstGeom prst="ellipse">
            <a:avLst/>
          </a:prstGeom>
          <a:solidFill>
            <a:srgbClr val="1E5276">
              <a:alpha val="40000"/>
            </a:srgbClr>
          </a:solidFill>
          <a:ln w="12700">
            <a:solidFill>
              <a:srgbClr val="1E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BarreOrange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itreFin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5200" b="1" dirty="0">
                <a:solidFill>
                  <a:srgbClr val="FFFFFF"/>
                </a:solidFill>
                <a:latin typeface="Calibri Light" pitchFamily="34" charset="0"/>
              </a:rPr>
              <a:t>Avez-vous des questions ?</a:t>
            </a:r>
          </a:p>
        </p:txBody>
      </p:sp>
      <p:sp>
        <p:nvSpPr>
          <p:cNvPr id="6" name="InfoBas"/>
          <p:cNvSpPr/>
          <p:nvPr/>
        </p:nvSpPr>
        <p:spPr>
          <a:xfrm>
            <a:off x="457200" y="468172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7FA8C9"/>
                </a:solidFill>
              </a:rPr>
              <a:t>Prénom NOM  |  Cours / Filière  |  Mois Année</a:t>
            </a:r>
          </a:p>
        </p:txBody>
      </p:sp>
      <p:sp>
        <p:nvSpPr>
          <p:cNvPr id="7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A3A5C"/>
                </a:solidFill>
              </a:rPr>
              <a:t>N / 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xte gauche + visuel dro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3000" b="1" dirty="0">
                <a:solidFill>
                  <a:srgbClr val="1A3A5C"/>
                </a:solidFill>
                <a:latin typeface="Calibri" pitchFamily="34" charset="0"/>
              </a:rPr>
              <a:t>Titre de la slide</a:t>
            </a:r>
          </a:p>
        </p:txBody>
      </p:sp>
      <p:sp>
        <p:nvSpPr>
          <p:cNvPr id="5" name="BlocFond"/>
          <p:cNvSpPr/>
          <p:nvPr/>
        </p:nvSpPr>
        <p:spPr>
          <a:xfrm>
            <a:off x="320040" y="960120"/>
            <a:ext cx="41148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BlocBarre"/>
          <p:cNvSpPr/>
          <p:nvPr/>
        </p:nvSpPr>
        <p:spPr>
          <a:xfrm>
            <a:off x="320040" y="960120"/>
            <a:ext cx="41148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" name="ContenuTexte"/>
          <p:cNvSpPr/>
          <p:nvPr/>
        </p:nvSpPr>
        <p:spPr>
          <a:xfrm>
            <a:off x="548640" y="109728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1400" b="1" dirty="0">
                <a:solidFill>
                  <a:srgbClr val="1A3A5C"/>
                </a:solidFill>
                <a:latin typeface="Calibri" pitchFamily="34" charset="0"/>
              </a:rPr>
              <a:t>Titre section 1</a:t>
            </a:r>
          </a:p>
          <a:p>
            <a:pPr marL="0" indent="0">
              <a:buNone/>
            </a:pPr>
            <a:endParaRPr lang="fr-FR" sz="1400" b="1" dirty="0">
              <a:solidFill>
                <a:srgbClr val="1A3A5C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fr-FR" sz="1200" dirty="0">
                <a:solidFill>
                  <a:srgbClr val="1C2833"/>
                </a:solidFill>
                <a:latin typeface="Calibri" pitchFamily="34" charset="0"/>
              </a:rPr>
              <a:t>Description ou explication de la section 1.</a:t>
            </a:r>
          </a:p>
          <a:p>
            <a:pPr marL="0" indent="0">
              <a:buNone/>
            </a:pPr>
            <a:endParaRPr lang="fr-FR" sz="1200" dirty="0">
              <a:solidFill>
                <a:srgbClr val="1C2833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fr-FR" sz="1400" b="1" dirty="0">
                <a:solidFill>
                  <a:srgbClr val="1A3A5C"/>
                </a:solidFill>
                <a:latin typeface="Calibri" pitchFamily="34" charset="0"/>
              </a:rPr>
              <a:t>Titre section 2</a:t>
            </a:r>
          </a:p>
          <a:p>
            <a:pPr marL="0" indent="0">
              <a:buNone/>
            </a:pPr>
            <a:endParaRPr lang="fr-FR" sz="1400" b="1" dirty="0">
              <a:solidFill>
                <a:srgbClr val="1A3A5C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fr-FR" sz="1200" dirty="0">
                <a:solidFill>
                  <a:srgbClr val="1C2833"/>
                </a:solidFill>
                <a:latin typeface="Calibri" pitchFamily="34" charset="0"/>
              </a:rPr>
              <a:t>Description ou explication de la section 2.</a:t>
            </a:r>
          </a:p>
          <a:p>
            <a:pPr marL="0" indent="0">
              <a:buNone/>
            </a:pPr>
            <a:endParaRPr lang="fr-FR" sz="1200" dirty="0">
              <a:solidFill>
                <a:srgbClr val="1C2833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fr-FR" sz="1400" b="1" dirty="0">
                <a:solidFill>
                  <a:srgbClr val="1A3A5C"/>
                </a:solidFill>
                <a:latin typeface="Calibri" pitchFamily="34" charset="0"/>
              </a:rPr>
              <a:t>Titre section 3</a:t>
            </a:r>
          </a:p>
          <a:p>
            <a:pPr marL="0" indent="0">
              <a:buNone/>
            </a:pPr>
            <a:endParaRPr lang="fr-FR" sz="1400" b="1" dirty="0">
              <a:solidFill>
                <a:srgbClr val="1A3A5C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fr-FR" sz="1200" dirty="0">
                <a:solidFill>
                  <a:srgbClr val="1C2833"/>
                </a:solidFill>
                <a:latin typeface="Calibri" pitchFamily="34" charset="0"/>
              </a:rPr>
              <a:t>Description ou explication de la section 3.</a:t>
            </a:r>
          </a:p>
        </p:txBody>
      </p:sp>
      <p:sp>
        <p:nvSpPr>
          <p:cNvPr id="8" name="ZoneVisuelle"/>
          <p:cNvSpPr/>
          <p:nvPr/>
        </p:nvSpPr>
        <p:spPr>
          <a:xfrm>
            <a:off x="4754040" y="960120"/>
            <a:ext cx="4023360" cy="3566160"/>
          </a:xfrm>
          <a:prstGeom prst="rect">
            <a:avLst/>
          </a:prstGeom>
          <a:solidFill>
            <a:srgbClr val="F0F6FC"/>
          </a:solidFill>
          <a:ln w="25400">
            <a:solidFill>
              <a:srgbClr val="D0E4F5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dirty="0">
                <a:solidFill>
                  <a:srgbClr val="7FA8C9"/>
                </a:solidFill>
                <a:latin typeface="Calibri" pitchFamily="34" charset="0"/>
              </a:rPr>
              <a:t>[ Insérer image / schéma / graphique ]</a:t>
            </a:r>
          </a:p>
        </p:txBody>
      </p:sp>
      <p:sp>
        <p:nvSpPr>
          <p:cNvPr id="9" name="Legende"/>
          <p:cNvSpPr/>
          <p:nvPr/>
        </p:nvSpPr>
        <p:spPr>
          <a:xfrm>
            <a:off x="4754040" y="4526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i="1" dirty="0">
                <a:solidFill>
                  <a:srgbClr val="7FA8C9"/>
                </a:solidFill>
                <a:latin typeface="Calibri" pitchFamily="34" charset="0"/>
              </a:rPr>
              <a:t>Figure X - Légende du visuel</a:t>
            </a:r>
          </a:p>
        </p:txBody>
      </p:sp>
      <p:sp>
        <p:nvSpPr>
          <p:cNvPr id="10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1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</a:rPr>
              <a:t>N / 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v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3000" b="1" dirty="0">
                <a:solidFill>
                  <a:srgbClr val="1A3A5C"/>
                </a:solidFill>
                <a:latin typeface="Calibri" pitchFamily="34" charset="0"/>
              </a:rPr>
              <a:t>Titre de la slide</a:t>
            </a:r>
            <a:r>
              <a:rPr lang="fr-FR" sz="3000" b="0" dirty="0">
                <a:solidFill>
                  <a:srgbClr val="D4880A"/>
                </a:solidFill>
                <a:latin typeface="Calibri" pitchFamily="34" charset="0"/>
              </a:rPr>
              <a:t>  |  Sous-titre</a:t>
            </a:r>
          </a:p>
        </p:txBody>
      </p:sp>
      <p:sp>
        <p:nvSpPr>
          <p:cNvPr id="5" name="ZoneLibre"/>
          <p:cNvSpPr/>
          <p:nvPr/>
        </p:nvSpPr>
        <p:spPr>
          <a:xfrm>
            <a:off x="457200" y="960120"/>
            <a:ext cx="8229600" cy="3840480"/>
          </a:xfrm>
          <a:prstGeom prst="rect">
            <a:avLst/>
          </a:prstGeom>
          <a:noFill/>
          <a:ln w="12700">
            <a:solidFill>
              <a:srgbClr val="D0E4F5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dirty="0">
                <a:solidFill>
                  <a:srgbClr val="C5D8EA"/>
                </a:solidFill>
                <a:latin typeface="Calibri" pitchFamily="34" charset="0"/>
              </a:rPr>
              <a:t>Zone libre — insérez votre contenu ici</a:t>
            </a:r>
          </a:p>
        </p:txBody>
      </p:sp>
      <p:sp>
        <p:nvSpPr>
          <p:cNvPr id="6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</a:rPr>
              <a:t>N / 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/ Transition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G"/>
          <p:cNvSpPr/>
          <p:nvPr/>
        </p:nvSpPr>
        <p:spPr>
          <a:xfrm>
            <a:off x="-1097280" y="-731520"/>
            <a:ext cx="5029200" cy="5029200"/>
          </a:xfrm>
          <a:prstGeom prst="ellipse">
            <a:avLst/>
          </a:prstGeom>
          <a:solidFill>
            <a:srgbClr val="1E5276">
              <a:alpha val="45000"/>
            </a:srgbClr>
          </a:solidFill>
          <a:ln w="12700">
            <a:solidFill>
              <a:srgbClr val="1E527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CercleD"/>
          <p:cNvSpPr/>
          <p:nvPr/>
        </p:nvSpPr>
        <p:spPr>
          <a:xfrm>
            <a:off x="6583680" y="2926080"/>
            <a:ext cx="3657600" cy="3657600"/>
          </a:xfrm>
          <a:prstGeom prst="ellipse">
            <a:avLst/>
          </a:prstGeom>
          <a:solidFill>
            <a:srgbClr val="1E5276">
              <a:alpha val="40000"/>
            </a:srgbClr>
          </a:solidFill>
          <a:ln w="12700">
            <a:solidFill>
              <a:srgbClr val="1E527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BarreOrange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" name="NumSection"/>
          <p:cNvSpPr/>
          <p:nvPr/>
        </p:nvSpPr>
        <p:spPr>
          <a:xfrm>
            <a:off x="457200" y="1280000"/>
            <a:ext cx="82296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dirty="0">
                <a:solidFill>
                  <a:srgbClr val="D4880A"/>
                </a:solidFill>
                <a:latin typeface="Calibri" pitchFamily="34" charset="0"/>
              </a:rPr>
              <a:t>Partie N</a:t>
            </a:r>
          </a:p>
        </p:txBody>
      </p:sp>
      <p:sp>
        <p:nvSpPr>
          <p:cNvPr id="6" name="TitreSection"/>
          <p:cNvSpPr/>
          <p:nvPr/>
        </p:nvSpPr>
        <p:spPr>
          <a:xfrm>
            <a:off x="457200" y="1780000"/>
            <a:ext cx="82296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400" b="1" dirty="0">
                <a:solidFill>
                  <a:srgbClr val="FFFFFF"/>
                </a:solidFill>
                <a:latin typeface="Calibri Light" pitchFamily="34" charset="0"/>
              </a:rPr>
              <a:t>Titre de la section</a:t>
            </a:r>
          </a:p>
        </p:txBody>
      </p:sp>
      <p:sp>
        <p:nvSpPr>
          <p:cNvPr id="7" name="SousTitreSection"/>
          <p:cNvSpPr/>
          <p:nvPr/>
        </p:nvSpPr>
        <p:spPr>
          <a:xfrm>
            <a:off x="457200" y="2750000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600" dirty="0">
                <a:solidFill>
                  <a:srgbClr val="CADCFC"/>
                </a:solidFill>
                <a:latin typeface="Calibri" pitchFamily="34" charset="0"/>
              </a:rPr>
              <a:t>Description ou contexte de cette section</a:t>
            </a:r>
          </a:p>
        </p:txBody>
      </p:sp>
      <p:sp>
        <p:nvSpPr>
          <p:cNvPr id="8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9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A3A5C"/>
                </a:solidFill>
              </a:rPr>
              <a:t>N / 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2 colonnes symétriqu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3000" b="1" dirty="0">
                <a:solidFill>
                  <a:srgbClr val="1A3A5C"/>
                </a:solidFill>
                <a:latin typeface="Calibri" pitchFamily="34" charset="0"/>
              </a:rPr>
              <a:t>Titre de la slide</a:t>
            </a:r>
            <a:r>
              <a:rPr lang="fr-FR" sz="3000" b="0" dirty="0">
                <a:solidFill>
                  <a:srgbClr val="D4880A"/>
                </a:solidFill>
                <a:latin typeface="Calibri" pitchFamily="34" charset="0"/>
              </a:rPr>
              <a:t>  |  Sous-titre</a:t>
            </a:r>
          </a:p>
        </p:txBody>
      </p:sp>
      <p:sp>
        <p:nvSpPr>
          <p:cNvPr id="5" name="Col1Fond"/>
          <p:cNvSpPr/>
          <p:nvPr/>
        </p:nvSpPr>
        <p:spPr>
          <a:xfrm>
            <a:off x="320040" y="960120"/>
            <a:ext cx="41148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Col1Barre"/>
          <p:cNvSpPr/>
          <p:nvPr/>
        </p:nvSpPr>
        <p:spPr>
          <a:xfrm>
            <a:off x="320040" y="960120"/>
            <a:ext cx="41148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" name="Col1Contenu"/>
          <p:cNvSpPr/>
          <p:nvPr/>
        </p:nvSpPr>
        <p:spPr>
          <a:xfrm>
            <a:off x="548640" y="109728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1600" b="1" dirty="0">
                <a:solidFill>
                  <a:srgbClr val="1A3A5C"/>
                </a:solidFill>
                <a:latin typeface="Calibri" pitchFamily="34" charset="0"/>
              </a:rPr>
              <a:t>Colonne gauche</a:t>
            </a:r>
          </a:p>
          <a:p>
            <a:pPr marL="0" indent="0">
              <a:buNone/>
            </a:pPr>
            <a:endParaRPr lang="fr-FR" sz="1600" b="1" dirty="0">
              <a:solidFill>
                <a:srgbClr val="1A3A5C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fr-FR" sz="1250" dirty="0">
                <a:solidFill>
                  <a:srgbClr val="1C2833"/>
                </a:solidFill>
                <a:latin typeface="Calibri" pitchFamily="34" charset="0"/>
              </a:rPr>
              <a:t>Contenu de la colonne gauche. Peut contenir du texte, une liste, une explication, etc.</a:t>
            </a:r>
          </a:p>
        </p:txBody>
      </p:sp>
      <p:sp>
        <p:nvSpPr>
          <p:cNvPr id="8" name="Col2Fond"/>
          <p:cNvSpPr/>
          <p:nvPr/>
        </p:nvSpPr>
        <p:spPr>
          <a:xfrm>
            <a:off x="4709160" y="960120"/>
            <a:ext cx="41148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Col2Barre"/>
          <p:cNvSpPr/>
          <p:nvPr/>
        </p:nvSpPr>
        <p:spPr>
          <a:xfrm>
            <a:off x="4709160" y="960120"/>
            <a:ext cx="4114800" cy="54864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0" name="Col2Contenu"/>
          <p:cNvSpPr/>
          <p:nvPr/>
        </p:nvSpPr>
        <p:spPr>
          <a:xfrm>
            <a:off x="4937760" y="109728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1600" b="1" dirty="0">
                <a:solidFill>
                  <a:srgbClr val="1A3A5C"/>
                </a:solidFill>
                <a:latin typeface="Calibri" pitchFamily="34" charset="0"/>
              </a:rPr>
              <a:t>Colonne droite</a:t>
            </a:r>
          </a:p>
          <a:p>
            <a:pPr marL="0" indent="0">
              <a:buNone/>
            </a:pPr>
            <a:endParaRPr lang="fr-FR" sz="1600" b="1" dirty="0">
              <a:solidFill>
                <a:srgbClr val="1A3A5C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fr-FR" sz="1250" dirty="0">
                <a:solidFill>
                  <a:srgbClr val="1C2833"/>
                </a:solidFill>
                <a:latin typeface="Calibri" pitchFamily="34" charset="0"/>
              </a:rPr>
              <a:t>Contenu de la colonne droite. Peut être une comparaison, un complément, un exemple concret, etc.</a:t>
            </a:r>
          </a:p>
        </p:txBody>
      </p:sp>
      <p:sp>
        <p:nvSpPr>
          <p:cNvPr id="11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2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</a:rPr>
              <a:t>N / 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iffre cle / Citation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G"/>
          <p:cNvSpPr/>
          <p:nvPr/>
        </p:nvSpPr>
        <p:spPr>
          <a:xfrm>
            <a:off x="-1097280" y="-731520"/>
            <a:ext cx="5029200" cy="5029200"/>
          </a:xfrm>
          <a:prstGeom prst="ellipse">
            <a:avLst/>
          </a:prstGeom>
          <a:solidFill>
            <a:srgbClr val="1E5276">
              <a:alpha val="45000"/>
            </a:srgbClr>
          </a:solidFill>
          <a:ln w="12700">
            <a:solidFill>
              <a:srgbClr val="1E527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CercleD"/>
          <p:cNvSpPr/>
          <p:nvPr/>
        </p:nvSpPr>
        <p:spPr>
          <a:xfrm>
            <a:off x="6583680" y="2926080"/>
            <a:ext cx="3657600" cy="3657600"/>
          </a:xfrm>
          <a:prstGeom prst="ellipse">
            <a:avLst/>
          </a:prstGeom>
          <a:solidFill>
            <a:srgbClr val="1E5276">
              <a:alpha val="40000"/>
            </a:srgbClr>
          </a:solidFill>
          <a:ln w="12700">
            <a:solidFill>
              <a:srgbClr val="1E527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BarreOrange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" name="GrandChiffre"/>
          <p:cNvSpPr/>
          <p:nvPr/>
        </p:nvSpPr>
        <p:spPr>
          <a:xfrm>
            <a:off x="457200" y="900000"/>
            <a:ext cx="8229600" cy="1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0" b="1" dirty="0">
                <a:solidFill>
                  <a:srgbClr val="D4880A"/>
                </a:solidFill>
                <a:latin typeface="Calibri Light" pitchFamily="34" charset="0"/>
              </a:rPr>
              <a:t>42 %</a:t>
            </a:r>
          </a:p>
        </p:txBody>
      </p:sp>
      <p:sp>
        <p:nvSpPr>
          <p:cNvPr id="6" name="DescChiffre"/>
          <p:cNvSpPr/>
          <p:nvPr/>
        </p:nvSpPr>
        <p:spPr>
          <a:xfrm>
            <a:off x="457200" y="2400000"/>
            <a:ext cx="822960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dirty="0">
                <a:solidFill>
                  <a:srgbClr val="FFFFFF"/>
                </a:solidFill>
                <a:latin typeface="Calibri Light" pitchFamily="34" charset="0"/>
              </a:rPr>
              <a:t>Description du chiffre ou de la stat</a:t>
            </a:r>
          </a:p>
        </p:txBody>
      </p:sp>
      <p:sp>
        <p:nvSpPr>
          <p:cNvPr id="7" name="Contexte"/>
          <p:cNvSpPr/>
          <p:nvPr/>
        </p:nvSpPr>
        <p:spPr>
          <a:xfrm>
            <a:off x="457200" y="3100000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dirty="0">
                <a:solidFill>
                  <a:srgbClr val="7FA8C9"/>
                </a:solidFill>
                <a:latin typeface="Calibri" pitchFamily="34" charset="0"/>
              </a:rPr>
              <a:t>Source ou contexte additionnel (optionnel)</a:t>
            </a:r>
          </a:p>
        </p:txBody>
      </p:sp>
      <p:sp>
        <p:nvSpPr>
          <p:cNvPr id="8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9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A3A5C"/>
                </a:solidFill>
              </a:rPr>
              <a:t>N / 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meline 4 etap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3000" b="1" dirty="0">
                <a:solidFill>
                  <a:srgbClr val="1A3A5C"/>
                </a:solidFill>
                <a:latin typeface="Calibri" pitchFamily="34" charset="0"/>
              </a:rPr>
              <a:t>Titre de la slide</a:t>
            </a:r>
            <a:r>
              <a:rPr lang="fr-FR" sz="3000" b="0" dirty="0">
                <a:solidFill>
                  <a:srgbClr val="D4880A"/>
                </a:solidFill>
                <a:latin typeface="Calibri" pitchFamily="34" charset="0"/>
              </a:rPr>
              <a:t>  |  Sous-titre</a:t>
            </a:r>
          </a:p>
        </p:txBody>
      </p:sp>
      <p:sp>
        <p:nvSpPr>
          <p:cNvPr id="5" name="LigneTimeline"/>
          <p:cNvSpPr/>
          <p:nvPr/>
        </p:nvSpPr>
        <p:spPr>
          <a:xfrm>
            <a:off x="457200" y="2286000"/>
            <a:ext cx="82296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" name="E1Cercle"/>
          <p:cNvSpPr/>
          <p:nvPr/>
        </p:nvSpPr>
        <p:spPr>
          <a:xfrm>
            <a:off x="600000" y="2103120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" name="E1Num"/>
          <p:cNvSpPr/>
          <p:nvPr/>
        </p:nvSpPr>
        <p:spPr>
          <a:xfrm>
            <a:off x="60000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E1Titre"/>
          <p:cNvSpPr/>
          <p:nvPr/>
        </p:nvSpPr>
        <p:spPr>
          <a:xfrm>
            <a:off x="457200" y="960120"/>
            <a:ext cx="1920240" cy="1006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fr-FR" sz="1400" b="1" dirty="0">
                <a:solidFill>
                  <a:srgbClr val="1A3A5C"/>
                </a:solidFill>
                <a:latin typeface="Calibri" pitchFamily="34" charset="0"/>
              </a:rPr>
              <a:t>Étape 1</a:t>
            </a:r>
          </a:p>
        </p:txBody>
      </p:sp>
      <p:sp>
        <p:nvSpPr>
          <p:cNvPr id="9" name="E1Desc"/>
          <p:cNvSpPr/>
          <p:nvPr/>
        </p:nvSpPr>
        <p:spPr>
          <a:xfrm>
            <a:off x="457200" y="25603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1100" dirty="0">
                <a:solidFill>
                  <a:srgbClr val="1C2833"/>
                </a:solidFill>
                <a:latin typeface="Calibri" pitchFamily="34" charset="0"/>
              </a:rPr>
              <a:t>Description de l’étape 1.</a:t>
            </a:r>
          </a:p>
        </p:txBody>
      </p:sp>
      <p:sp>
        <p:nvSpPr>
          <p:cNvPr id="10" name="E2Cercle"/>
          <p:cNvSpPr/>
          <p:nvPr/>
        </p:nvSpPr>
        <p:spPr>
          <a:xfrm>
            <a:off x="2651760" y="2103120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1" name="E2Num"/>
          <p:cNvSpPr/>
          <p:nvPr/>
        </p:nvSpPr>
        <p:spPr>
          <a:xfrm>
            <a:off x="265176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E2Titre"/>
          <p:cNvSpPr/>
          <p:nvPr/>
        </p:nvSpPr>
        <p:spPr>
          <a:xfrm>
            <a:off x="2508960" y="960120"/>
            <a:ext cx="1920240" cy="1006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fr-FR" sz="1400" b="1" dirty="0">
                <a:solidFill>
                  <a:srgbClr val="1A3A5C"/>
                </a:solidFill>
                <a:latin typeface="Calibri" pitchFamily="34" charset="0"/>
              </a:rPr>
              <a:t>Étape 2</a:t>
            </a:r>
          </a:p>
        </p:txBody>
      </p:sp>
      <p:sp>
        <p:nvSpPr>
          <p:cNvPr id="13" name="E2Desc"/>
          <p:cNvSpPr/>
          <p:nvPr/>
        </p:nvSpPr>
        <p:spPr>
          <a:xfrm>
            <a:off x="2508960" y="25603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1100" dirty="0">
                <a:solidFill>
                  <a:srgbClr val="1C2833"/>
                </a:solidFill>
                <a:latin typeface="Calibri" pitchFamily="34" charset="0"/>
              </a:rPr>
              <a:t>Description de l’étape 2.</a:t>
            </a:r>
          </a:p>
        </p:txBody>
      </p:sp>
      <p:sp>
        <p:nvSpPr>
          <p:cNvPr id="14" name="E3Cercle"/>
          <p:cNvSpPr/>
          <p:nvPr/>
        </p:nvSpPr>
        <p:spPr>
          <a:xfrm>
            <a:off x="4703520" y="2103120"/>
            <a:ext cx="411480" cy="411480"/>
          </a:xfrm>
          <a:prstGeom prst="ellipse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5" name="E3Num"/>
          <p:cNvSpPr/>
          <p:nvPr/>
        </p:nvSpPr>
        <p:spPr>
          <a:xfrm>
            <a:off x="470352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E3Titre"/>
          <p:cNvSpPr/>
          <p:nvPr/>
        </p:nvSpPr>
        <p:spPr>
          <a:xfrm>
            <a:off x="4560720" y="960120"/>
            <a:ext cx="1920240" cy="1006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fr-FR" sz="1400" b="1" dirty="0">
                <a:solidFill>
                  <a:srgbClr val="1A3A5C"/>
                </a:solidFill>
                <a:latin typeface="Calibri" pitchFamily="34" charset="0"/>
              </a:rPr>
              <a:t>Étape 3</a:t>
            </a:r>
          </a:p>
        </p:txBody>
      </p:sp>
      <p:sp>
        <p:nvSpPr>
          <p:cNvPr id="17" name="E3Desc"/>
          <p:cNvSpPr/>
          <p:nvPr/>
        </p:nvSpPr>
        <p:spPr>
          <a:xfrm>
            <a:off x="4560720" y="25603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1100" dirty="0">
                <a:solidFill>
                  <a:srgbClr val="1C2833"/>
                </a:solidFill>
                <a:latin typeface="Calibri" pitchFamily="34" charset="0"/>
              </a:rPr>
              <a:t>Description de l’étape 3.</a:t>
            </a:r>
          </a:p>
        </p:txBody>
      </p:sp>
      <p:sp>
        <p:nvSpPr>
          <p:cNvPr id="18" name="E4Cercle"/>
          <p:cNvSpPr/>
          <p:nvPr/>
        </p:nvSpPr>
        <p:spPr>
          <a:xfrm>
            <a:off x="6755280" y="2103120"/>
            <a:ext cx="411480" cy="411480"/>
          </a:xfrm>
          <a:prstGeom prst="ellipse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9" name="E4Num"/>
          <p:cNvSpPr/>
          <p:nvPr/>
        </p:nvSpPr>
        <p:spPr>
          <a:xfrm>
            <a:off x="675528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E4Titre"/>
          <p:cNvSpPr/>
          <p:nvPr/>
        </p:nvSpPr>
        <p:spPr>
          <a:xfrm>
            <a:off x="6612480" y="960120"/>
            <a:ext cx="1920240" cy="1006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fr-FR" sz="1400" b="1" dirty="0">
                <a:solidFill>
                  <a:srgbClr val="1A3A5C"/>
                </a:solidFill>
                <a:latin typeface="Calibri" pitchFamily="34" charset="0"/>
              </a:rPr>
              <a:t>Étape 4</a:t>
            </a:r>
          </a:p>
        </p:txBody>
      </p:sp>
      <p:sp>
        <p:nvSpPr>
          <p:cNvPr id="21" name="E4Desc"/>
          <p:cNvSpPr/>
          <p:nvPr/>
        </p:nvSpPr>
        <p:spPr>
          <a:xfrm>
            <a:off x="6612480" y="25603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1100" dirty="0">
                <a:solidFill>
                  <a:srgbClr val="1C2833"/>
                </a:solidFill>
                <a:latin typeface="Calibri" pitchFamily="34" charset="0"/>
              </a:rPr>
              <a:t>Description de l’étape 4.</a:t>
            </a:r>
          </a:p>
        </p:txBody>
      </p:sp>
      <p:sp>
        <p:nvSpPr>
          <p:cNvPr id="22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3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</a:rPr>
              <a:t>N / 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</TotalTime>
  <Words>370</Words>
  <Application>Microsoft Office PowerPoint</Application>
  <PresentationFormat>Affichage à l'écran (16:9)</PresentationFormat>
  <Paragraphs>90</Paragraphs>
  <Slides>10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Epreuve du Magnetometre</dc:title>
  <dc:subject>PptxGenJS Presentation</dc:subject>
  <dc:creator>PptxGenJS</dc:creator>
  <cp:lastModifiedBy>Monis Lucas</cp:lastModifiedBy>
  <cp:revision>4</cp:revision>
  <dcterms:created xsi:type="dcterms:W3CDTF">2026-05-31T10:30:00Z</dcterms:created>
  <dcterms:modified xsi:type="dcterms:W3CDTF">2026-06-04T11:02:56Z</dcterms:modified>
</cp:coreProperties>
</file>